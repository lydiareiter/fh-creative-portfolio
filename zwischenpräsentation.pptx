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95F38"/>
    <a:srgbClr val="FFFFFF"/>
    <a:srgbClr val="D7D7D7"/>
    <a:srgbClr val="344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2" autoAdjust="0"/>
    <p:restoredTop sz="94660"/>
  </p:normalViewPr>
  <p:slideViewPr>
    <p:cSldViewPr snapToGrid="0">
      <p:cViewPr varScale="1">
        <p:scale>
          <a:sx n="79" d="100"/>
          <a:sy n="79" d="100"/>
        </p:scale>
        <p:origin x="84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858CB19-2C29-4D43-894A-87C04F05DD9A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AT"/>
        </a:p>
      </dgm:t>
    </dgm:pt>
    <dgm:pt modelId="{353D1A30-909A-4EEB-905A-729F4115AA5D}">
      <dgm:prSet phldrT="[Text]"/>
      <dgm:spPr/>
      <dgm:t>
        <a:bodyPr/>
        <a:lstStyle/>
        <a:p>
          <a:r>
            <a:rPr lang="de-AT" dirty="0"/>
            <a:t>Awareness</a:t>
          </a:r>
        </a:p>
      </dgm:t>
    </dgm:pt>
    <dgm:pt modelId="{FF292C6B-0192-4A9E-ADDF-574265DE0B16}" type="parTrans" cxnId="{CA3C422B-7F71-4D27-9612-837E630288F8}">
      <dgm:prSet/>
      <dgm:spPr/>
      <dgm:t>
        <a:bodyPr/>
        <a:lstStyle/>
        <a:p>
          <a:endParaRPr lang="de-AT"/>
        </a:p>
      </dgm:t>
    </dgm:pt>
    <dgm:pt modelId="{E414067B-B3A5-4AA9-BFF9-F48BB24E188A}" type="sibTrans" cxnId="{CA3C422B-7F71-4D27-9612-837E630288F8}">
      <dgm:prSet/>
      <dgm:spPr/>
      <dgm:t>
        <a:bodyPr/>
        <a:lstStyle/>
        <a:p>
          <a:endParaRPr lang="de-AT"/>
        </a:p>
      </dgm:t>
    </dgm:pt>
    <dgm:pt modelId="{1EC41F69-532C-4B21-BBCD-48BA0E98FE13}">
      <dgm:prSet phldrT="[Text]" phldr="1"/>
      <dgm:spPr/>
      <dgm:t>
        <a:bodyPr/>
        <a:lstStyle/>
        <a:p>
          <a:endParaRPr lang="de-AT"/>
        </a:p>
      </dgm:t>
    </dgm:pt>
    <dgm:pt modelId="{E5CA7C5D-D29E-4BF0-A9CB-1BAE4863ACE7}" type="parTrans" cxnId="{9047A568-9CAB-4669-9BF6-C2C0C5ED3FEA}">
      <dgm:prSet/>
      <dgm:spPr/>
      <dgm:t>
        <a:bodyPr/>
        <a:lstStyle/>
        <a:p>
          <a:endParaRPr lang="de-AT"/>
        </a:p>
      </dgm:t>
    </dgm:pt>
    <dgm:pt modelId="{0FFC74D7-0697-46B9-B724-0E2AC8858B30}" type="sibTrans" cxnId="{9047A568-9CAB-4669-9BF6-C2C0C5ED3FEA}">
      <dgm:prSet/>
      <dgm:spPr/>
      <dgm:t>
        <a:bodyPr/>
        <a:lstStyle/>
        <a:p>
          <a:endParaRPr lang="de-AT"/>
        </a:p>
      </dgm:t>
    </dgm:pt>
    <dgm:pt modelId="{852BFE89-2430-41B3-A494-FC69372405CC}">
      <dgm:prSet phldrT="[Text]" phldr="1"/>
      <dgm:spPr/>
      <dgm:t>
        <a:bodyPr/>
        <a:lstStyle/>
        <a:p>
          <a:endParaRPr lang="de-AT" dirty="0"/>
        </a:p>
      </dgm:t>
    </dgm:pt>
    <dgm:pt modelId="{FB5A6BBC-3E09-4651-B532-F8539F776A9B}" type="parTrans" cxnId="{82BA1784-F43F-4B0F-ADB4-20E9671C67F5}">
      <dgm:prSet/>
      <dgm:spPr/>
      <dgm:t>
        <a:bodyPr/>
        <a:lstStyle/>
        <a:p>
          <a:endParaRPr lang="de-AT"/>
        </a:p>
      </dgm:t>
    </dgm:pt>
    <dgm:pt modelId="{9E2D985C-0178-49B8-89D8-AA5E1E43CA32}" type="sibTrans" cxnId="{82BA1784-F43F-4B0F-ADB4-20E9671C67F5}">
      <dgm:prSet/>
      <dgm:spPr/>
      <dgm:t>
        <a:bodyPr/>
        <a:lstStyle/>
        <a:p>
          <a:endParaRPr lang="de-AT"/>
        </a:p>
      </dgm:t>
    </dgm:pt>
    <dgm:pt modelId="{A555E536-BAD2-40C7-A4AC-F35394692C25}">
      <dgm:prSet phldrT="[Text]"/>
      <dgm:spPr/>
      <dgm:t>
        <a:bodyPr/>
        <a:lstStyle/>
        <a:p>
          <a:r>
            <a:rPr lang="de-AT" dirty="0" err="1"/>
            <a:t>Consideration</a:t>
          </a:r>
          <a:endParaRPr lang="de-AT" dirty="0"/>
        </a:p>
      </dgm:t>
    </dgm:pt>
    <dgm:pt modelId="{4DA26BF4-50D3-44EF-B368-40DC089228B5}" type="parTrans" cxnId="{39649AD7-EEED-4290-BB43-87D010CCDF67}">
      <dgm:prSet/>
      <dgm:spPr/>
      <dgm:t>
        <a:bodyPr/>
        <a:lstStyle/>
        <a:p>
          <a:endParaRPr lang="de-AT"/>
        </a:p>
      </dgm:t>
    </dgm:pt>
    <dgm:pt modelId="{B5452E2D-02D0-4D5B-A824-48FFA9823618}" type="sibTrans" cxnId="{39649AD7-EEED-4290-BB43-87D010CCDF67}">
      <dgm:prSet/>
      <dgm:spPr/>
      <dgm:t>
        <a:bodyPr/>
        <a:lstStyle/>
        <a:p>
          <a:endParaRPr lang="de-AT"/>
        </a:p>
      </dgm:t>
    </dgm:pt>
    <dgm:pt modelId="{DAFC6534-4A70-4679-B51F-01DF53962FD6}">
      <dgm:prSet phldrT="[Text]" phldr="1"/>
      <dgm:spPr/>
      <dgm:t>
        <a:bodyPr/>
        <a:lstStyle/>
        <a:p>
          <a:endParaRPr lang="de-AT"/>
        </a:p>
      </dgm:t>
    </dgm:pt>
    <dgm:pt modelId="{EA967D29-A690-4AF8-A66E-646B38434B64}" type="parTrans" cxnId="{417765D9-293A-42AA-89C5-8C453A7A72C4}">
      <dgm:prSet/>
      <dgm:spPr/>
      <dgm:t>
        <a:bodyPr/>
        <a:lstStyle/>
        <a:p>
          <a:endParaRPr lang="de-AT"/>
        </a:p>
      </dgm:t>
    </dgm:pt>
    <dgm:pt modelId="{248CE566-B665-4E8A-B62B-E1FD7365821B}" type="sibTrans" cxnId="{417765D9-293A-42AA-89C5-8C453A7A72C4}">
      <dgm:prSet/>
      <dgm:spPr/>
      <dgm:t>
        <a:bodyPr/>
        <a:lstStyle/>
        <a:p>
          <a:endParaRPr lang="de-AT"/>
        </a:p>
      </dgm:t>
    </dgm:pt>
    <dgm:pt modelId="{493F9CE4-475F-439F-B976-CF6A3E43EE72}">
      <dgm:prSet phldrT="[Text]" phldr="1"/>
      <dgm:spPr/>
      <dgm:t>
        <a:bodyPr/>
        <a:lstStyle/>
        <a:p>
          <a:endParaRPr lang="de-AT"/>
        </a:p>
      </dgm:t>
    </dgm:pt>
    <dgm:pt modelId="{24BDF8BE-1CAA-493F-BDA9-9EED6DD97742}" type="parTrans" cxnId="{A97B7327-AE48-472D-9446-0DAEFEE00DA3}">
      <dgm:prSet/>
      <dgm:spPr/>
      <dgm:t>
        <a:bodyPr/>
        <a:lstStyle/>
        <a:p>
          <a:endParaRPr lang="de-AT"/>
        </a:p>
      </dgm:t>
    </dgm:pt>
    <dgm:pt modelId="{DB1582EA-ABCE-4071-8497-60F1A6ED8D12}" type="sibTrans" cxnId="{A97B7327-AE48-472D-9446-0DAEFEE00DA3}">
      <dgm:prSet/>
      <dgm:spPr/>
      <dgm:t>
        <a:bodyPr/>
        <a:lstStyle/>
        <a:p>
          <a:endParaRPr lang="de-AT"/>
        </a:p>
      </dgm:t>
    </dgm:pt>
    <dgm:pt modelId="{02F0C495-9775-493E-B1F9-99A26897E895}">
      <dgm:prSet phldrT="[Text]"/>
      <dgm:spPr/>
      <dgm:t>
        <a:bodyPr/>
        <a:lstStyle/>
        <a:p>
          <a:r>
            <a:rPr lang="de-AT" dirty="0"/>
            <a:t> Interest/Click</a:t>
          </a:r>
        </a:p>
      </dgm:t>
    </dgm:pt>
    <dgm:pt modelId="{02007CEE-31D8-4487-9550-7DAEFCC1CE1C}" type="parTrans" cxnId="{45F0C948-DDB7-4D39-B185-70AB8874AACB}">
      <dgm:prSet/>
      <dgm:spPr/>
      <dgm:t>
        <a:bodyPr/>
        <a:lstStyle/>
        <a:p>
          <a:endParaRPr lang="de-AT"/>
        </a:p>
      </dgm:t>
    </dgm:pt>
    <dgm:pt modelId="{A32F7DEA-C307-48AA-B832-8E0AD8D25BF4}" type="sibTrans" cxnId="{45F0C948-DDB7-4D39-B185-70AB8874AACB}">
      <dgm:prSet/>
      <dgm:spPr/>
      <dgm:t>
        <a:bodyPr/>
        <a:lstStyle/>
        <a:p>
          <a:endParaRPr lang="de-AT"/>
        </a:p>
      </dgm:t>
    </dgm:pt>
    <dgm:pt modelId="{72215254-A5A9-4079-A0C6-7B54BB84CE1D}">
      <dgm:prSet phldrT="[Text]" phldr="1"/>
      <dgm:spPr/>
      <dgm:t>
        <a:bodyPr/>
        <a:lstStyle/>
        <a:p>
          <a:endParaRPr lang="de-AT"/>
        </a:p>
      </dgm:t>
    </dgm:pt>
    <dgm:pt modelId="{3905F313-D14B-469E-912D-E19361555E38}" type="parTrans" cxnId="{A40D34CB-8B26-4157-8F2E-571851CC7A64}">
      <dgm:prSet/>
      <dgm:spPr/>
      <dgm:t>
        <a:bodyPr/>
        <a:lstStyle/>
        <a:p>
          <a:endParaRPr lang="de-AT"/>
        </a:p>
      </dgm:t>
    </dgm:pt>
    <dgm:pt modelId="{55BBBF09-7297-400B-B340-4052C37228C9}" type="sibTrans" cxnId="{A40D34CB-8B26-4157-8F2E-571851CC7A64}">
      <dgm:prSet/>
      <dgm:spPr/>
      <dgm:t>
        <a:bodyPr/>
        <a:lstStyle/>
        <a:p>
          <a:endParaRPr lang="de-AT"/>
        </a:p>
      </dgm:t>
    </dgm:pt>
    <dgm:pt modelId="{87B0E78C-C8B0-4231-84EF-356E931D5703}">
      <dgm:prSet phldrT="[Text]" phldr="1"/>
      <dgm:spPr/>
      <dgm:t>
        <a:bodyPr/>
        <a:lstStyle/>
        <a:p>
          <a:endParaRPr lang="de-AT"/>
        </a:p>
      </dgm:t>
    </dgm:pt>
    <dgm:pt modelId="{BA71546C-245C-4A31-8572-34E68C69AC08}" type="parTrans" cxnId="{1D5BF3C0-829D-4996-A46B-D5D295E0D450}">
      <dgm:prSet/>
      <dgm:spPr/>
      <dgm:t>
        <a:bodyPr/>
        <a:lstStyle/>
        <a:p>
          <a:endParaRPr lang="de-AT"/>
        </a:p>
      </dgm:t>
    </dgm:pt>
    <dgm:pt modelId="{1200F01B-4BB2-4241-8EFF-698A091FAC6C}" type="sibTrans" cxnId="{1D5BF3C0-829D-4996-A46B-D5D295E0D450}">
      <dgm:prSet/>
      <dgm:spPr/>
      <dgm:t>
        <a:bodyPr/>
        <a:lstStyle/>
        <a:p>
          <a:endParaRPr lang="de-AT"/>
        </a:p>
      </dgm:t>
    </dgm:pt>
    <dgm:pt modelId="{193B1A42-D7ED-458A-9848-E6FA0B943A99}" type="pres">
      <dgm:prSet presAssocID="{7858CB19-2C29-4D43-894A-87C04F05DD9A}" presName="linearFlow" presStyleCnt="0">
        <dgm:presLayoutVars>
          <dgm:dir/>
          <dgm:animLvl val="lvl"/>
          <dgm:resizeHandles val="exact"/>
        </dgm:presLayoutVars>
      </dgm:prSet>
      <dgm:spPr/>
    </dgm:pt>
    <dgm:pt modelId="{2A2A44A7-FDC1-4483-830A-597A0374F35A}" type="pres">
      <dgm:prSet presAssocID="{353D1A30-909A-4EEB-905A-729F4115AA5D}" presName="composite" presStyleCnt="0"/>
      <dgm:spPr/>
    </dgm:pt>
    <dgm:pt modelId="{2AF1B5C7-FB12-44A8-BCF1-7DE8AE43FD05}" type="pres">
      <dgm:prSet presAssocID="{353D1A30-909A-4EEB-905A-729F4115AA5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8C6E74E7-EADC-4E4F-ADE0-B90A1156DB8B}" type="pres">
      <dgm:prSet presAssocID="{353D1A30-909A-4EEB-905A-729F4115AA5D}" presName="descendantText" presStyleLbl="alignAcc1" presStyleIdx="0" presStyleCnt="3">
        <dgm:presLayoutVars>
          <dgm:bulletEnabled val="1"/>
        </dgm:presLayoutVars>
      </dgm:prSet>
      <dgm:spPr/>
    </dgm:pt>
    <dgm:pt modelId="{0C3DED34-9564-4E9E-A216-61B6C5A12F04}" type="pres">
      <dgm:prSet presAssocID="{E414067B-B3A5-4AA9-BFF9-F48BB24E188A}" presName="sp" presStyleCnt="0"/>
      <dgm:spPr/>
    </dgm:pt>
    <dgm:pt modelId="{2839F16C-BE6D-44CE-BE3C-658D90180F6D}" type="pres">
      <dgm:prSet presAssocID="{A555E536-BAD2-40C7-A4AC-F35394692C25}" presName="composite" presStyleCnt="0"/>
      <dgm:spPr/>
    </dgm:pt>
    <dgm:pt modelId="{B459E718-A534-4025-90D9-2C9919CF9D35}" type="pres">
      <dgm:prSet presAssocID="{A555E536-BAD2-40C7-A4AC-F35394692C25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909871AE-39AA-41A9-9006-1046C1E84180}" type="pres">
      <dgm:prSet presAssocID="{A555E536-BAD2-40C7-A4AC-F35394692C25}" presName="descendantText" presStyleLbl="alignAcc1" presStyleIdx="1" presStyleCnt="3">
        <dgm:presLayoutVars>
          <dgm:bulletEnabled val="1"/>
        </dgm:presLayoutVars>
      </dgm:prSet>
      <dgm:spPr/>
    </dgm:pt>
    <dgm:pt modelId="{0821E941-5132-47BA-B273-1666C522BAB5}" type="pres">
      <dgm:prSet presAssocID="{B5452E2D-02D0-4D5B-A824-48FFA9823618}" presName="sp" presStyleCnt="0"/>
      <dgm:spPr/>
    </dgm:pt>
    <dgm:pt modelId="{34A9AFA0-1D75-4AC3-AB3B-C144F67049D7}" type="pres">
      <dgm:prSet presAssocID="{02F0C495-9775-493E-B1F9-99A26897E895}" presName="composite" presStyleCnt="0"/>
      <dgm:spPr/>
    </dgm:pt>
    <dgm:pt modelId="{63F6616A-84A2-4C74-AC51-351D713F9A28}" type="pres">
      <dgm:prSet presAssocID="{02F0C495-9775-493E-B1F9-99A26897E895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5C56B234-BE1E-48C9-B0BA-2A0E3F895A7E}" type="pres">
      <dgm:prSet presAssocID="{02F0C495-9775-493E-B1F9-99A26897E895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A97B7327-AE48-472D-9446-0DAEFEE00DA3}" srcId="{A555E536-BAD2-40C7-A4AC-F35394692C25}" destId="{493F9CE4-475F-439F-B976-CF6A3E43EE72}" srcOrd="1" destOrd="0" parTransId="{24BDF8BE-1CAA-493F-BDA9-9EED6DD97742}" sibTransId="{DB1582EA-ABCE-4071-8497-60F1A6ED8D12}"/>
    <dgm:cxn modelId="{CA3C422B-7F71-4D27-9612-837E630288F8}" srcId="{7858CB19-2C29-4D43-894A-87C04F05DD9A}" destId="{353D1A30-909A-4EEB-905A-729F4115AA5D}" srcOrd="0" destOrd="0" parTransId="{FF292C6B-0192-4A9E-ADDF-574265DE0B16}" sibTransId="{E414067B-B3A5-4AA9-BFF9-F48BB24E188A}"/>
    <dgm:cxn modelId="{B4E4D82B-6BD0-4915-841D-8F6B4420551C}" type="presOf" srcId="{02F0C495-9775-493E-B1F9-99A26897E895}" destId="{63F6616A-84A2-4C74-AC51-351D713F9A28}" srcOrd="0" destOrd="0" presId="urn:microsoft.com/office/officeart/2005/8/layout/chevron2"/>
    <dgm:cxn modelId="{53C8122E-C915-47F2-B783-7E0DB4823BD0}" type="presOf" srcId="{72215254-A5A9-4079-A0C6-7B54BB84CE1D}" destId="{5C56B234-BE1E-48C9-B0BA-2A0E3F895A7E}" srcOrd="0" destOrd="0" presId="urn:microsoft.com/office/officeart/2005/8/layout/chevron2"/>
    <dgm:cxn modelId="{9047A568-9CAB-4669-9BF6-C2C0C5ED3FEA}" srcId="{353D1A30-909A-4EEB-905A-729F4115AA5D}" destId="{1EC41F69-532C-4B21-BBCD-48BA0E98FE13}" srcOrd="0" destOrd="0" parTransId="{E5CA7C5D-D29E-4BF0-A9CB-1BAE4863ACE7}" sibTransId="{0FFC74D7-0697-46B9-B724-0E2AC8858B30}"/>
    <dgm:cxn modelId="{45F0C948-DDB7-4D39-B185-70AB8874AACB}" srcId="{7858CB19-2C29-4D43-894A-87C04F05DD9A}" destId="{02F0C495-9775-493E-B1F9-99A26897E895}" srcOrd="2" destOrd="0" parTransId="{02007CEE-31D8-4487-9550-7DAEFCC1CE1C}" sibTransId="{A32F7DEA-C307-48AA-B832-8E0AD8D25BF4}"/>
    <dgm:cxn modelId="{6F6C157E-AD12-4FFE-85EB-C20220BD8667}" type="presOf" srcId="{87B0E78C-C8B0-4231-84EF-356E931D5703}" destId="{5C56B234-BE1E-48C9-B0BA-2A0E3F895A7E}" srcOrd="0" destOrd="1" presId="urn:microsoft.com/office/officeart/2005/8/layout/chevron2"/>
    <dgm:cxn modelId="{82BA1784-F43F-4B0F-ADB4-20E9671C67F5}" srcId="{353D1A30-909A-4EEB-905A-729F4115AA5D}" destId="{852BFE89-2430-41B3-A494-FC69372405CC}" srcOrd="1" destOrd="0" parTransId="{FB5A6BBC-3E09-4651-B532-F8539F776A9B}" sibTransId="{9E2D985C-0178-49B8-89D8-AA5E1E43CA32}"/>
    <dgm:cxn modelId="{425EB294-1D68-4A5B-879E-8DB14EF0851D}" type="presOf" srcId="{7858CB19-2C29-4D43-894A-87C04F05DD9A}" destId="{193B1A42-D7ED-458A-9848-E6FA0B943A99}" srcOrd="0" destOrd="0" presId="urn:microsoft.com/office/officeart/2005/8/layout/chevron2"/>
    <dgm:cxn modelId="{5AA0E3B0-A88C-4866-92FA-C3841D885D54}" type="presOf" srcId="{353D1A30-909A-4EEB-905A-729F4115AA5D}" destId="{2AF1B5C7-FB12-44A8-BCF1-7DE8AE43FD05}" srcOrd="0" destOrd="0" presId="urn:microsoft.com/office/officeart/2005/8/layout/chevron2"/>
    <dgm:cxn modelId="{88BC6DB4-AADA-4668-88F4-A776AD704291}" type="presOf" srcId="{852BFE89-2430-41B3-A494-FC69372405CC}" destId="{8C6E74E7-EADC-4E4F-ADE0-B90A1156DB8B}" srcOrd="0" destOrd="1" presId="urn:microsoft.com/office/officeart/2005/8/layout/chevron2"/>
    <dgm:cxn modelId="{1D5BF3C0-829D-4996-A46B-D5D295E0D450}" srcId="{02F0C495-9775-493E-B1F9-99A26897E895}" destId="{87B0E78C-C8B0-4231-84EF-356E931D5703}" srcOrd="1" destOrd="0" parTransId="{BA71546C-245C-4A31-8572-34E68C69AC08}" sibTransId="{1200F01B-4BB2-4241-8EFF-698A091FAC6C}"/>
    <dgm:cxn modelId="{8AFC7EC8-ED21-4D1D-997D-F627C16D1BBB}" type="presOf" srcId="{A555E536-BAD2-40C7-A4AC-F35394692C25}" destId="{B459E718-A534-4025-90D9-2C9919CF9D35}" srcOrd="0" destOrd="0" presId="urn:microsoft.com/office/officeart/2005/8/layout/chevron2"/>
    <dgm:cxn modelId="{A40D34CB-8B26-4157-8F2E-571851CC7A64}" srcId="{02F0C495-9775-493E-B1F9-99A26897E895}" destId="{72215254-A5A9-4079-A0C6-7B54BB84CE1D}" srcOrd="0" destOrd="0" parTransId="{3905F313-D14B-469E-912D-E19361555E38}" sibTransId="{55BBBF09-7297-400B-B340-4052C37228C9}"/>
    <dgm:cxn modelId="{17CBA2D1-33CA-452F-A4A3-892D8E526AFA}" type="presOf" srcId="{493F9CE4-475F-439F-B976-CF6A3E43EE72}" destId="{909871AE-39AA-41A9-9006-1046C1E84180}" srcOrd="0" destOrd="1" presId="urn:microsoft.com/office/officeart/2005/8/layout/chevron2"/>
    <dgm:cxn modelId="{39649AD7-EEED-4290-BB43-87D010CCDF67}" srcId="{7858CB19-2C29-4D43-894A-87C04F05DD9A}" destId="{A555E536-BAD2-40C7-A4AC-F35394692C25}" srcOrd="1" destOrd="0" parTransId="{4DA26BF4-50D3-44EF-B368-40DC089228B5}" sibTransId="{B5452E2D-02D0-4D5B-A824-48FFA9823618}"/>
    <dgm:cxn modelId="{417765D9-293A-42AA-89C5-8C453A7A72C4}" srcId="{A555E536-BAD2-40C7-A4AC-F35394692C25}" destId="{DAFC6534-4A70-4679-B51F-01DF53962FD6}" srcOrd="0" destOrd="0" parTransId="{EA967D29-A690-4AF8-A66E-646B38434B64}" sibTransId="{248CE566-B665-4E8A-B62B-E1FD7365821B}"/>
    <dgm:cxn modelId="{FE8468E6-2D39-4281-9AB9-376D4726BA07}" type="presOf" srcId="{DAFC6534-4A70-4679-B51F-01DF53962FD6}" destId="{909871AE-39AA-41A9-9006-1046C1E84180}" srcOrd="0" destOrd="0" presId="urn:microsoft.com/office/officeart/2005/8/layout/chevron2"/>
    <dgm:cxn modelId="{87E8DDF5-B107-4809-99C2-DBEA5CC70C69}" type="presOf" srcId="{1EC41F69-532C-4B21-BBCD-48BA0E98FE13}" destId="{8C6E74E7-EADC-4E4F-ADE0-B90A1156DB8B}" srcOrd="0" destOrd="0" presId="urn:microsoft.com/office/officeart/2005/8/layout/chevron2"/>
    <dgm:cxn modelId="{0A3D1E98-B2CA-433D-BB32-CFA168297BAE}" type="presParOf" srcId="{193B1A42-D7ED-458A-9848-E6FA0B943A99}" destId="{2A2A44A7-FDC1-4483-830A-597A0374F35A}" srcOrd="0" destOrd="0" presId="urn:microsoft.com/office/officeart/2005/8/layout/chevron2"/>
    <dgm:cxn modelId="{CC80658A-11FB-48C0-938C-51F697D36314}" type="presParOf" srcId="{2A2A44A7-FDC1-4483-830A-597A0374F35A}" destId="{2AF1B5C7-FB12-44A8-BCF1-7DE8AE43FD05}" srcOrd="0" destOrd="0" presId="urn:microsoft.com/office/officeart/2005/8/layout/chevron2"/>
    <dgm:cxn modelId="{74974C7B-55AD-4725-B827-C954EAD04DF3}" type="presParOf" srcId="{2A2A44A7-FDC1-4483-830A-597A0374F35A}" destId="{8C6E74E7-EADC-4E4F-ADE0-B90A1156DB8B}" srcOrd="1" destOrd="0" presId="urn:microsoft.com/office/officeart/2005/8/layout/chevron2"/>
    <dgm:cxn modelId="{13CB4933-7D78-4A21-97F9-9F43560A5879}" type="presParOf" srcId="{193B1A42-D7ED-458A-9848-E6FA0B943A99}" destId="{0C3DED34-9564-4E9E-A216-61B6C5A12F04}" srcOrd="1" destOrd="0" presId="urn:microsoft.com/office/officeart/2005/8/layout/chevron2"/>
    <dgm:cxn modelId="{A1978D05-0452-43D1-91FE-AABD6E1AEE22}" type="presParOf" srcId="{193B1A42-D7ED-458A-9848-E6FA0B943A99}" destId="{2839F16C-BE6D-44CE-BE3C-658D90180F6D}" srcOrd="2" destOrd="0" presId="urn:microsoft.com/office/officeart/2005/8/layout/chevron2"/>
    <dgm:cxn modelId="{94F87BB7-93E5-40C3-9BA6-FA12B8593469}" type="presParOf" srcId="{2839F16C-BE6D-44CE-BE3C-658D90180F6D}" destId="{B459E718-A534-4025-90D9-2C9919CF9D35}" srcOrd="0" destOrd="0" presId="urn:microsoft.com/office/officeart/2005/8/layout/chevron2"/>
    <dgm:cxn modelId="{EAA7C199-62D8-46F0-826A-1FA50BD1EF24}" type="presParOf" srcId="{2839F16C-BE6D-44CE-BE3C-658D90180F6D}" destId="{909871AE-39AA-41A9-9006-1046C1E84180}" srcOrd="1" destOrd="0" presId="urn:microsoft.com/office/officeart/2005/8/layout/chevron2"/>
    <dgm:cxn modelId="{BA24B9C4-3069-47CB-AF29-F4B67379B32D}" type="presParOf" srcId="{193B1A42-D7ED-458A-9848-E6FA0B943A99}" destId="{0821E941-5132-47BA-B273-1666C522BAB5}" srcOrd="3" destOrd="0" presId="urn:microsoft.com/office/officeart/2005/8/layout/chevron2"/>
    <dgm:cxn modelId="{9ACBCEE9-38C2-4128-9329-A799BAA563CB}" type="presParOf" srcId="{193B1A42-D7ED-458A-9848-E6FA0B943A99}" destId="{34A9AFA0-1D75-4AC3-AB3B-C144F67049D7}" srcOrd="4" destOrd="0" presId="urn:microsoft.com/office/officeart/2005/8/layout/chevron2"/>
    <dgm:cxn modelId="{4721C2C4-A3AC-462D-B04F-D732CDAD2CC7}" type="presParOf" srcId="{34A9AFA0-1D75-4AC3-AB3B-C144F67049D7}" destId="{63F6616A-84A2-4C74-AC51-351D713F9A28}" srcOrd="0" destOrd="0" presId="urn:microsoft.com/office/officeart/2005/8/layout/chevron2"/>
    <dgm:cxn modelId="{DD0222DA-E9A1-4314-BC70-DFDB28AC33AB}" type="presParOf" srcId="{34A9AFA0-1D75-4AC3-AB3B-C144F67049D7}" destId="{5C56B234-BE1E-48C9-B0BA-2A0E3F895A7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F1B5C7-FB12-44A8-BCF1-7DE8AE43FD05}">
      <dsp:nvSpPr>
        <dsp:cNvPr id="0" name=""/>
        <dsp:cNvSpPr/>
      </dsp:nvSpPr>
      <dsp:spPr>
        <a:xfrm rot="5400000">
          <a:off x="-289718" y="292805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700" kern="1200" dirty="0"/>
            <a:t>Awareness</a:t>
          </a:r>
        </a:p>
      </dsp:txBody>
      <dsp:txXfrm rot="-5400000">
        <a:off x="1" y="679096"/>
        <a:ext cx="1352020" cy="579438"/>
      </dsp:txXfrm>
    </dsp:sp>
    <dsp:sp modelId="{8C6E74E7-EADC-4E4F-ADE0-B90A1156DB8B}">
      <dsp:nvSpPr>
        <dsp:cNvPr id="0" name=""/>
        <dsp:cNvSpPr/>
      </dsp:nvSpPr>
      <dsp:spPr>
        <a:xfrm rot="5400000">
          <a:off x="4112286" y="-2757179"/>
          <a:ext cx="1255447" cy="677597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8920" tIns="22225" rIns="22225" bIns="22225" numCol="1" spcCol="1270" anchor="ctr" anchorCtr="0">
          <a:noAutofit/>
        </a:bodyPr>
        <a:lstStyle/>
        <a:p>
          <a:pPr marL="285750" lvl="1" indent="-285750" algn="l" defTabSz="1555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AT" sz="3500" kern="1200"/>
        </a:p>
        <a:p>
          <a:pPr marL="285750" lvl="1" indent="-285750" algn="l" defTabSz="1555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AT" sz="3500" kern="1200" dirty="0"/>
        </a:p>
      </dsp:txBody>
      <dsp:txXfrm rot="-5400000">
        <a:off x="1352020" y="64373"/>
        <a:ext cx="6714693" cy="1132875"/>
      </dsp:txXfrm>
    </dsp:sp>
    <dsp:sp modelId="{B459E718-A534-4025-90D9-2C9919CF9D35}">
      <dsp:nvSpPr>
        <dsp:cNvPr id="0" name=""/>
        <dsp:cNvSpPr/>
      </dsp:nvSpPr>
      <dsp:spPr>
        <a:xfrm rot="5400000">
          <a:off x="-289718" y="2033323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700" kern="1200" dirty="0" err="1"/>
            <a:t>Consideration</a:t>
          </a:r>
          <a:endParaRPr lang="de-AT" sz="1700" kern="1200" dirty="0"/>
        </a:p>
      </dsp:txBody>
      <dsp:txXfrm rot="-5400000">
        <a:off x="1" y="2419614"/>
        <a:ext cx="1352020" cy="579438"/>
      </dsp:txXfrm>
    </dsp:sp>
    <dsp:sp modelId="{909871AE-39AA-41A9-9006-1046C1E84180}">
      <dsp:nvSpPr>
        <dsp:cNvPr id="0" name=""/>
        <dsp:cNvSpPr/>
      </dsp:nvSpPr>
      <dsp:spPr>
        <a:xfrm rot="5400000">
          <a:off x="4112286" y="-1016661"/>
          <a:ext cx="1255447" cy="677597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8920" tIns="22225" rIns="22225" bIns="22225" numCol="1" spcCol="1270" anchor="ctr" anchorCtr="0">
          <a:noAutofit/>
        </a:bodyPr>
        <a:lstStyle/>
        <a:p>
          <a:pPr marL="285750" lvl="1" indent="-285750" algn="l" defTabSz="1555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AT" sz="3500" kern="1200"/>
        </a:p>
        <a:p>
          <a:pPr marL="285750" lvl="1" indent="-285750" algn="l" defTabSz="1555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AT" sz="3500" kern="1200"/>
        </a:p>
      </dsp:txBody>
      <dsp:txXfrm rot="-5400000">
        <a:off x="1352020" y="1804891"/>
        <a:ext cx="6714693" cy="1132875"/>
      </dsp:txXfrm>
    </dsp:sp>
    <dsp:sp modelId="{63F6616A-84A2-4C74-AC51-351D713F9A28}">
      <dsp:nvSpPr>
        <dsp:cNvPr id="0" name=""/>
        <dsp:cNvSpPr/>
      </dsp:nvSpPr>
      <dsp:spPr>
        <a:xfrm rot="5400000">
          <a:off x="-289718" y="3773840"/>
          <a:ext cx="1931458" cy="135202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700" kern="1200" dirty="0"/>
            <a:t> Interest/Click</a:t>
          </a:r>
        </a:p>
      </dsp:txBody>
      <dsp:txXfrm rot="-5400000">
        <a:off x="1" y="4160131"/>
        <a:ext cx="1352020" cy="579438"/>
      </dsp:txXfrm>
    </dsp:sp>
    <dsp:sp modelId="{5C56B234-BE1E-48C9-B0BA-2A0E3F895A7E}">
      <dsp:nvSpPr>
        <dsp:cNvPr id="0" name=""/>
        <dsp:cNvSpPr/>
      </dsp:nvSpPr>
      <dsp:spPr>
        <a:xfrm rot="5400000">
          <a:off x="4112286" y="723856"/>
          <a:ext cx="1255447" cy="677597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8920" tIns="22225" rIns="22225" bIns="22225" numCol="1" spcCol="1270" anchor="ctr" anchorCtr="0">
          <a:noAutofit/>
        </a:bodyPr>
        <a:lstStyle/>
        <a:p>
          <a:pPr marL="285750" lvl="1" indent="-285750" algn="l" defTabSz="1555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AT" sz="3500" kern="1200"/>
        </a:p>
        <a:p>
          <a:pPr marL="285750" lvl="1" indent="-285750" algn="l" defTabSz="1555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AT" sz="3500" kern="1200"/>
        </a:p>
      </dsp:txBody>
      <dsp:txXfrm rot="-5400000">
        <a:off x="1352020" y="3545408"/>
        <a:ext cx="6714693" cy="11328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58BB65-AEEA-2704-BE5B-452AED79B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3F0F3A4-7565-8B17-593D-8C5E318D7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987A38-10E1-AAAE-8829-A450A5FF8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1E9CCC-25D3-7661-E397-E689922CC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D2B06E-A4D9-0B83-9E8F-767013C5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91432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F09174-64CC-8E3A-D746-D85510B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4E8367-EF7D-AF62-4669-5124E562D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BD2942-D0AF-9376-C447-11B487533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9A46CA-EC83-976C-B828-5F5936D73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9ED05A-D2DB-6FA2-B5AE-B75A7D12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4050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F34343-D3BB-0B77-88DB-7F9075166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80B7D0-8D69-23DA-4B9C-59D51D344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B72F3F-D9C9-251C-2426-EF2B17A6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88EBB01-3E2A-5AA3-8039-CF157CCC7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ECFB85-56C9-2A4A-5E0D-6B1C7D21F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21289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F8A1D8-0E70-732A-DF16-632CD6109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A5964-F4D5-1354-1BF0-15280C66F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C42ADCF-699A-17BE-3907-18153DCC1C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8D56AD-6FE6-5BAE-11F3-70B2AECF3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05A45CC-AB32-5F78-1E71-9CA4B9F0D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19A4DA8-A9F9-A421-3D35-A40E2C1B5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9494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03BFF8-8DE1-ABF6-80CB-668B03B14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2DF88D0-B534-E950-F77F-F303A8DC6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7A3B404-8C11-9BDF-DF67-792E108A8A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64F0E04-D53B-3ACF-D79C-F078C769F0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66AE115-74EF-D498-7C46-B6F34E41A7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C2DF9-5DBF-51AE-EF40-A0B8750D7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9B0920-4D2F-BBC7-68DA-A0BD2824D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DEBBAC8-6CA1-4E61-A77E-42E8CFBDF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06786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C3D552-2834-FF7B-CE03-C45715B35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9C18EBE-E0DA-F5B7-3416-B92371A2B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F2D92CC-F001-3329-EA69-C5E757931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FB3438-D36D-B782-8F9A-672ED9983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71825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CC345E4-A009-5BE7-7984-ED3B7EA94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870F30E-009C-9B7F-8F39-1B45CE524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4EA2C3-A582-FAEF-528A-39745B79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2179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0BBF04-6770-0E5B-0A96-FB05E5CFF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1DF235-73DF-2424-8E04-BE84A56CB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07D097-1A80-12BD-4AE4-D12453153A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C47E58-9CC1-2963-2E4A-0160DDD1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A5C3E2-4EAF-D8F0-07B8-407A181D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29408B-B48E-E9FC-86CC-AC3C9E691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89371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4CD36B-0BAA-6EF0-EEB8-E916A3A0D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F65D165-5A1A-CE06-B571-88502055F0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82953C0-E0AB-D299-A887-8912F0ADC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99E3BE-9302-35A1-C1A2-3978B08B6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ECB9475-FCE9-63B3-A0C0-CD7DD6E20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C7111E6-118F-F809-354B-5DB635641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8327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B5D0D-FDF1-7475-0B56-1860BE88A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0FC33C7-9D58-464F-32D8-27130DD018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488951-91C5-AF4C-D8B2-41D9F0698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E18E34-A5DC-50B0-852C-7E77A6075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96A1E43-A660-5496-77D2-DEF71DDAA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3669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F56747D-589B-EE0A-73A5-EE2246B2F2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43E148F-5258-0610-AE7D-3344999D0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34570E-6A79-0AE1-6E3F-F5BFDE995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B6E616-02E7-9576-1EBE-6D6407130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41DF89-020A-606A-C6DA-395DD3AE4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25885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DE5CCBD-F473-15A2-3D4F-66F0E3AE6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35E946-70C0-9038-9556-BBABD9CD4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2B4DAA-2624-C5A7-A1BA-9D5DEE6E28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738E68-7B29-43EE-BDF3-C579FC3FA2DE}" type="datetimeFigureOut">
              <a:rPr lang="de-AT" smtClean="0"/>
              <a:t>07.01.2026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5B5DBF-55F4-6F49-6FF1-60155433D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DF356F-87F7-ECBC-F282-3565CE2C6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9D7EA-62C1-457D-A65C-F56B3BBDF8FE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68014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A51346-DCE1-36A2-212B-170EF4B9D6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6A2B18B-2A32-AD14-F3AF-F7E3327232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17078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AE36CC02-43A6-3222-B104-C7316456B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57071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2604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F6DB4-B97E-7D37-8034-1F8300F08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109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DF2627-7FFE-1BDC-59E4-2787184EF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Color Palette </a:t>
            </a:r>
            <a:endParaRPr lang="de-AT" dirty="0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9EC45C4-DCD4-7458-DED6-8FD04094DC92}"/>
              </a:ext>
            </a:extLst>
          </p:cNvPr>
          <p:cNvGrpSpPr/>
          <p:nvPr/>
        </p:nvGrpSpPr>
        <p:grpSpPr>
          <a:xfrm>
            <a:off x="2611012" y="2778004"/>
            <a:ext cx="6969976" cy="1301992"/>
            <a:chOff x="1869225" y="2008014"/>
            <a:chExt cx="6969976" cy="1301992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1E796E30-7ED4-811D-FE53-D1AB591060F0}"/>
                </a:ext>
              </a:extLst>
            </p:cNvPr>
            <p:cNvSpPr/>
            <p:nvPr/>
          </p:nvSpPr>
          <p:spPr>
            <a:xfrm>
              <a:off x="1869225" y="2008014"/>
              <a:ext cx="1301992" cy="1301992"/>
            </a:xfrm>
            <a:prstGeom prst="ellipse">
              <a:avLst/>
            </a:prstGeom>
            <a:solidFill>
              <a:srgbClr val="344F3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6F35247A-E68F-BD82-21E7-B4C9C4BAF9ED}"/>
                </a:ext>
              </a:extLst>
            </p:cNvPr>
            <p:cNvSpPr/>
            <p:nvPr/>
          </p:nvSpPr>
          <p:spPr>
            <a:xfrm>
              <a:off x="3286221" y="2008014"/>
              <a:ext cx="1301992" cy="1301992"/>
            </a:xfrm>
            <a:prstGeom prst="ellipse">
              <a:avLst/>
            </a:prstGeom>
            <a:solidFill>
              <a:srgbClr val="D7D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29B52AAB-4107-84BD-FB82-7B937BE25744}"/>
                </a:ext>
              </a:extLst>
            </p:cNvPr>
            <p:cNvSpPr/>
            <p:nvPr/>
          </p:nvSpPr>
          <p:spPr>
            <a:xfrm>
              <a:off x="4703217" y="2008014"/>
              <a:ext cx="1301992" cy="1301992"/>
            </a:xfrm>
            <a:prstGeom prst="ellipse">
              <a:avLst/>
            </a:prstGeom>
            <a:solidFill>
              <a:srgbClr val="FFF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FB461292-AF5A-B4A9-7AB2-5CD3609DE2FA}"/>
                </a:ext>
              </a:extLst>
            </p:cNvPr>
            <p:cNvSpPr/>
            <p:nvPr/>
          </p:nvSpPr>
          <p:spPr>
            <a:xfrm>
              <a:off x="6120213" y="2008014"/>
              <a:ext cx="1301992" cy="1301992"/>
            </a:xfrm>
            <a:prstGeom prst="ellipse">
              <a:avLst/>
            </a:prstGeom>
            <a:solidFill>
              <a:srgbClr val="795F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13176656-AD7B-1776-BEB8-982E3E65F6CA}"/>
                </a:ext>
              </a:extLst>
            </p:cNvPr>
            <p:cNvSpPr/>
            <p:nvPr/>
          </p:nvSpPr>
          <p:spPr>
            <a:xfrm>
              <a:off x="7537209" y="2008014"/>
              <a:ext cx="1301992" cy="130199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/>
            </a:p>
          </p:txBody>
        </p:sp>
      </p:grpSp>
    </p:spTree>
    <p:extLst>
      <p:ext uri="{BB962C8B-B14F-4D97-AF65-F5344CB8AC3E}">
        <p14:creationId xmlns:p14="http://schemas.microsoft.com/office/powerpoint/2010/main" val="2103718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4EF4A-6B8F-E370-8812-E552D6831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933FA-6BE6-37AB-F475-EFEB56945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Visitenkarte</a:t>
            </a:r>
            <a:endParaRPr lang="de-AT" dirty="0"/>
          </a:p>
        </p:txBody>
      </p:sp>
      <p:pic>
        <p:nvPicPr>
          <p:cNvPr id="10" name="Grafik 9" descr="Ein Bild, das Text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29ACB501-7183-00F6-3132-4F54CF62B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54" y="1471339"/>
            <a:ext cx="11755491" cy="39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162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E2E4D-6079-74AE-7EB9-B65C6E20A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7BADD-A556-E74B-135A-64C1B7CF2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Umsetzungsmedium - </a:t>
            </a:r>
            <a:r>
              <a:rPr lang="de-DE" dirty="0" err="1"/>
              <a:t>Framer</a:t>
            </a:r>
            <a:endParaRPr lang="de-AT" dirty="0"/>
          </a:p>
        </p:txBody>
      </p:sp>
      <p:pic>
        <p:nvPicPr>
          <p:cNvPr id="4" name="Grafik 3" descr="Ein Bild, das Text, Zeichnung, Entwurf, Papierprodukt enthält.&#10;&#10;KI-generierte Inhalte können fehlerhaft sein.">
            <a:extLst>
              <a:ext uri="{FF2B5EF4-FFF2-40B4-BE49-F238E27FC236}">
                <a16:creationId xmlns:a16="http://schemas.microsoft.com/office/drawing/2014/main" id="{1E8D2E97-3DA5-20B7-7F8F-A28914731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27" y="1690688"/>
            <a:ext cx="8016945" cy="4883285"/>
          </a:xfrm>
          <a:prstGeom prst="rect">
            <a:avLst/>
          </a:prstGeom>
        </p:spPr>
      </p:pic>
      <p:pic>
        <p:nvPicPr>
          <p:cNvPr id="6" name="Grafik 5" descr="Ein Bild, das Grafiken, weiß, Symbol, Design enthält.&#10;&#10;KI-generierte Inhalte können fehlerhaft sein.">
            <a:extLst>
              <a:ext uri="{FF2B5EF4-FFF2-40B4-BE49-F238E27FC236}">
                <a16:creationId xmlns:a16="http://schemas.microsoft.com/office/drawing/2014/main" id="{3B0CAF63-9015-5C71-BA66-AF6564711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043" y="826352"/>
            <a:ext cx="419881" cy="40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09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6174-3274-D7DD-F937-479992E83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219584-F538-155F-8385-DCCD6D406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Kanban Board</a:t>
            </a:r>
            <a:endParaRPr lang="de-AT" dirty="0"/>
          </a:p>
        </p:txBody>
      </p:sp>
      <p:pic>
        <p:nvPicPr>
          <p:cNvPr id="10" name="Grafik 9" descr="Ein Bild, das Text, Screenshot, Software, Multimedia-Software enthält.&#10;&#10;KI-generierte Inhalte können fehlerhaft sein.">
            <a:extLst>
              <a:ext uri="{FF2B5EF4-FFF2-40B4-BE49-F238E27FC236}">
                <a16:creationId xmlns:a16="http://schemas.microsoft.com/office/drawing/2014/main" id="{AFFBD959-0BAE-F501-89F5-EBAB87911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679" y="1687310"/>
            <a:ext cx="8584642" cy="4805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03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Breitbild</PresentationFormat>
  <Paragraphs>7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Color Palette </vt:lpstr>
      <vt:lpstr>Visitenkarte</vt:lpstr>
      <vt:lpstr>Umsetzungsmedium - Framer</vt:lpstr>
      <vt:lpstr>Kanban 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Reiter Lydia - s2410892026</dc:creator>
  <cp:lastModifiedBy>Reiter Lydia - s2410892026</cp:lastModifiedBy>
  <cp:revision>1</cp:revision>
  <dcterms:created xsi:type="dcterms:W3CDTF">2026-01-07T14:42:06Z</dcterms:created>
  <dcterms:modified xsi:type="dcterms:W3CDTF">2026-01-07T15:27:07Z</dcterms:modified>
</cp:coreProperties>
</file>