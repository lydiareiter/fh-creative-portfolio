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6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5F38"/>
    <a:srgbClr val="FFFFFF"/>
    <a:srgbClr val="D7D7D7"/>
    <a:srgbClr val="34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0FDF6-3771-4E13-869C-FCEAEA4D360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0ADE1-F86E-471B-96D6-B88192C861A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496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Eine kurze Ergänzung zur Persona-Auswahl:</a:t>
            </a:r>
            <a:br>
              <a:rPr lang="de-DE" dirty="0"/>
            </a:br>
            <a:r>
              <a:rPr lang="de-DE" dirty="0"/>
              <a:t>Da ich mittlerweile selbstständig bin, habe ich bewusst darüber nachgedacht, </a:t>
            </a:r>
            <a:r>
              <a:rPr lang="de-DE" b="1" dirty="0"/>
              <a:t>zusätzlich auch potenzielle </a:t>
            </a:r>
            <a:r>
              <a:rPr lang="de-DE" b="1" dirty="0" err="1"/>
              <a:t>Kund:innen</a:t>
            </a:r>
            <a:r>
              <a:rPr lang="de-DE" b="1" dirty="0"/>
              <a:t> als Persona aufzunehmen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Ich habe mich dann </a:t>
            </a:r>
            <a:r>
              <a:rPr lang="de-DE" b="1" dirty="0"/>
              <a:t>aktiv dagegen entschieden</a:t>
            </a:r>
            <a:r>
              <a:rPr lang="de-DE" dirty="0"/>
              <a:t>, und zwar aus einem strategischen Grund:</a:t>
            </a:r>
            <a:br>
              <a:rPr lang="de-DE" dirty="0"/>
            </a:br>
            <a:r>
              <a:rPr lang="de-DE" b="1" dirty="0"/>
              <a:t>Diese Journey </a:t>
            </a:r>
            <a:r>
              <a:rPr lang="de-DE" b="1" dirty="0" err="1"/>
              <a:t>Map</a:t>
            </a:r>
            <a:r>
              <a:rPr lang="de-DE" b="1" dirty="0"/>
              <a:t> fokussiert sich bewusst auf die </a:t>
            </a:r>
            <a:r>
              <a:rPr lang="de-DE" b="1" dirty="0" err="1"/>
              <a:t>Employer</a:t>
            </a:r>
            <a:r>
              <a:rPr lang="de-DE" b="1" dirty="0"/>
              <a:t>-Perspektive.</a:t>
            </a:r>
            <a:br>
              <a:rPr lang="de-DE" dirty="0"/>
            </a:br>
            <a:r>
              <a:rPr lang="de-DE" dirty="0"/>
              <a:t>Die </a:t>
            </a:r>
            <a:r>
              <a:rPr lang="de-DE" dirty="0" err="1"/>
              <a:t>Kund:innen-Journey</a:t>
            </a:r>
            <a:r>
              <a:rPr lang="de-DE" dirty="0"/>
              <a:t> möchte ich getrennt betrachten und dafür </a:t>
            </a:r>
            <a:r>
              <a:rPr lang="de-DE" b="1" dirty="0"/>
              <a:t>eine eigene Website aufbauen</a:t>
            </a:r>
            <a:r>
              <a:rPr lang="de-DE" dirty="0"/>
              <a:t>, die explizit auf </a:t>
            </a:r>
            <a:r>
              <a:rPr lang="de-DE" dirty="0" err="1"/>
              <a:t>Kund:innenbedürfnisse</a:t>
            </a:r>
            <a:r>
              <a:rPr lang="de-DE" dirty="0"/>
              <a:t> optimiert ist.</a:t>
            </a:r>
            <a:br>
              <a:rPr lang="de-DE" dirty="0"/>
            </a:br>
            <a:r>
              <a:rPr lang="de-DE" dirty="0"/>
              <a:t>So vermeide ich Vermischung und kann beide Zielgruppen klar und passgenau adressieren.</a:t>
            </a:r>
          </a:p>
          <a:p>
            <a:endParaRPr lang="de-DE" dirty="0"/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ADE1-F86E-471B-96D6-B88192C861A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914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8BB65-AEEA-2704-BE5B-452AED79B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F0F3A4-7565-8B17-593D-8C5E318D7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987A38-10E1-AAAE-8829-A450A5FF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1E9CCC-25D3-7661-E397-E689922C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D2B06E-A4D9-0B83-9E8F-767013C5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143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F09174-64CC-8E3A-D746-D85510BD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E8367-EF7D-AF62-4669-5124E562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BD2942-D0AF-9376-C447-11B48753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A46CA-EC83-976C-B828-5F5936D7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9ED05A-D2DB-6FA2-B5AE-B75A7D12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4050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F34343-D3BB-0B77-88DB-7F907516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80B7D0-8D69-23DA-4B9C-59D51D34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B72F3F-D9C9-251C-2426-EF2B17A6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8EBB01-3E2A-5AA3-8039-CF157CCC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ECFB85-56C9-2A4A-5E0D-6B1C7D21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128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F8A1D8-0E70-732A-DF16-632CD610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8A5964-F4D5-1354-1BF0-15280C66F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42ADCF-699A-17BE-3907-18153DCC1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8D56AD-6FE6-5BAE-11F3-70B2AECF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5A45CC-AB32-5F78-1E71-9CA4B9F0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9A4DA8-A9F9-A421-3D35-A40E2C1B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949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3BFF8-8DE1-ABF6-80CB-668B03B1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DF88D0-B534-E950-F77F-F303A8DC6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A3B404-8C11-9BDF-DF67-792E108A8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64F0E04-D53B-3ACF-D79C-F078C769F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6AE115-74EF-D498-7C46-B6F34E41A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BC2DF9-5DBF-51AE-EF40-A0B8750D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39B0920-4D2F-BBC7-68DA-A0BD2824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EBBAC8-6CA1-4E61-A77E-42E8CFBD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678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C3D552-2834-FF7B-CE03-C45715B3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9C18EBE-E0DA-F5B7-3416-B92371A2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2D92CC-F001-3329-EA69-C5E75793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FB3438-D36D-B782-8F9A-672ED998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7182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C345E4-A009-5BE7-7984-ED3B7EA9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70F30E-009C-9B7F-8F39-1B45CE52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4EA2C3-A582-FAEF-528A-39745B79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17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BBF04-6770-0E5B-0A96-FB05E5CF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DF235-73DF-2424-8E04-BE84A56CB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07D097-1A80-12BD-4AE4-D12453153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C47E58-9CC1-2963-2E4A-0160DDD1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A5C3E2-4EAF-D8F0-07B8-407A181D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29408B-B48E-E9FC-86CC-AC3C9E69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937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CD36B-0BAA-6EF0-EEB8-E916A3A0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65D165-5A1A-CE06-B571-88502055F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2953C0-E0AB-D299-A887-8912F0ADC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99E3BE-9302-35A1-C1A2-3978B08B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CB9475-FCE9-63B3-A0C0-CD7DD6E2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7111E6-118F-F809-354B-5DB63564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832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B5D0D-FDF1-7475-0B56-1860BE88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0FC33C7-9D58-464F-32D8-27130DD0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88951-91C5-AF4C-D8B2-41D9F0698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E18E34-A5DC-50B0-852C-7E77A607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6A1E43-A660-5496-77D2-DEF71DDA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669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56747D-589B-EE0A-73A5-EE2246B2F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3E148F-5258-0610-AE7D-3344999D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34570E-6A79-0AE1-6E3F-F5BFDE99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B6E616-02E7-9576-1EBE-6D640713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41DF89-020A-606A-C6DA-395DD3AE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2588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E5CCBD-F473-15A2-3D4F-66F0E3AE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35E946-70C0-9038-9556-BBABD9CD4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2B4DAA-2624-C5A7-A1BA-9D5DEE6E2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38E68-7B29-43EE-BDF3-C579FC3FA2DE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5B5DBF-55F4-6F49-6FF1-60155433D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DF356F-87F7-ECBC-F282-3565CE2C6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9D7EA-62C1-457D-A65C-F56B3BBDF8F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801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91B4996E-099D-B974-E310-AA8CDD347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8" b="28205"/>
          <a:stretch>
            <a:fillRect/>
          </a:stretch>
        </p:blipFill>
        <p:spPr>
          <a:xfrm>
            <a:off x="952500" y="1690688"/>
            <a:ext cx="10287000" cy="41097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DF2627-7FFE-1BDC-59E4-2787184E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Employer</a:t>
            </a:r>
            <a:r>
              <a:rPr lang="de-DE" dirty="0"/>
              <a:t> Recruiting Journey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3718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B46A-2146-0D29-2AC2-40343894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33872-1A33-C16F-785F-627944A6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Color Palette </a:t>
            </a:r>
            <a:endParaRPr lang="de-AT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516141F-EFF6-2838-5553-997401CD0517}"/>
              </a:ext>
            </a:extLst>
          </p:cNvPr>
          <p:cNvGrpSpPr/>
          <p:nvPr/>
        </p:nvGrpSpPr>
        <p:grpSpPr>
          <a:xfrm>
            <a:off x="2611012" y="2778004"/>
            <a:ext cx="6969976" cy="1301992"/>
            <a:chOff x="1869225" y="2008014"/>
            <a:chExt cx="6969976" cy="1301992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B54918F-8E19-0A83-CF5C-F4252D021998}"/>
                </a:ext>
              </a:extLst>
            </p:cNvPr>
            <p:cNvSpPr/>
            <p:nvPr/>
          </p:nvSpPr>
          <p:spPr>
            <a:xfrm>
              <a:off x="1869225" y="2008014"/>
              <a:ext cx="1301992" cy="1301992"/>
            </a:xfrm>
            <a:prstGeom prst="ellipse">
              <a:avLst/>
            </a:prstGeom>
            <a:solidFill>
              <a:srgbClr val="344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8E81293-466E-2A78-6669-295EEBC27383}"/>
                </a:ext>
              </a:extLst>
            </p:cNvPr>
            <p:cNvSpPr/>
            <p:nvPr/>
          </p:nvSpPr>
          <p:spPr>
            <a:xfrm>
              <a:off x="3286221" y="2008014"/>
              <a:ext cx="1301992" cy="1301992"/>
            </a:xfrm>
            <a:prstGeom prst="ellipse">
              <a:avLst/>
            </a:prstGeom>
            <a:solidFill>
              <a:srgbClr val="D7D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C2B3DA2B-1501-23FF-567B-E0A3D7DBDAE3}"/>
                </a:ext>
              </a:extLst>
            </p:cNvPr>
            <p:cNvSpPr/>
            <p:nvPr/>
          </p:nvSpPr>
          <p:spPr>
            <a:xfrm>
              <a:off x="4703217" y="2008014"/>
              <a:ext cx="1301992" cy="1301992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1B0C97C-2A25-2924-34B2-50848592E0F7}"/>
                </a:ext>
              </a:extLst>
            </p:cNvPr>
            <p:cNvSpPr/>
            <p:nvPr/>
          </p:nvSpPr>
          <p:spPr>
            <a:xfrm>
              <a:off x="6120213" y="2008014"/>
              <a:ext cx="1301992" cy="1301992"/>
            </a:xfrm>
            <a:prstGeom prst="ellipse">
              <a:avLst/>
            </a:prstGeom>
            <a:solidFill>
              <a:srgbClr val="795F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060D828-1AB6-25BC-2FC6-9C300B680D73}"/>
                </a:ext>
              </a:extLst>
            </p:cNvPr>
            <p:cNvSpPr/>
            <p:nvPr/>
          </p:nvSpPr>
          <p:spPr>
            <a:xfrm>
              <a:off x="7537209" y="2008014"/>
              <a:ext cx="1301992" cy="130199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</p:spTree>
    <p:extLst>
      <p:ext uri="{BB962C8B-B14F-4D97-AF65-F5344CB8AC3E}">
        <p14:creationId xmlns:p14="http://schemas.microsoft.com/office/powerpoint/2010/main" val="369755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EF4A-6B8F-E370-8812-E552D683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933FA-6BE6-37AB-F475-EFEB5694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Visitenkarte</a:t>
            </a:r>
            <a:endParaRPr lang="de-AT" dirty="0"/>
          </a:p>
        </p:txBody>
      </p:sp>
      <p:pic>
        <p:nvPicPr>
          <p:cNvPr id="10" name="Grafik 9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9ACB501-7183-00F6-3132-4F54CF62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1471339"/>
            <a:ext cx="11755491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6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E2E4D-6079-74AE-7EB9-B65C6E20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A7BADD-A556-E74B-135A-64C1B7CF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Umsetzungsmedium - </a:t>
            </a:r>
            <a:r>
              <a:rPr lang="de-DE" dirty="0" err="1"/>
              <a:t>Framer</a:t>
            </a:r>
            <a:endParaRPr lang="de-AT" dirty="0"/>
          </a:p>
        </p:txBody>
      </p:sp>
      <p:pic>
        <p:nvPicPr>
          <p:cNvPr id="4" name="Grafik 3" descr="Ein Bild, das Text, Zeichnung, Entwurf, Papierprodukt enthält.&#10;&#10;KI-generierte Inhalte können fehlerhaft sein.">
            <a:extLst>
              <a:ext uri="{FF2B5EF4-FFF2-40B4-BE49-F238E27FC236}">
                <a16:creationId xmlns:a16="http://schemas.microsoft.com/office/drawing/2014/main" id="{1E8D2E97-3DA5-20B7-7F8F-A28914731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27" y="1690688"/>
            <a:ext cx="8016945" cy="4883285"/>
          </a:xfrm>
          <a:prstGeom prst="rect">
            <a:avLst/>
          </a:prstGeom>
        </p:spPr>
      </p:pic>
      <p:pic>
        <p:nvPicPr>
          <p:cNvPr id="6" name="Grafik 5" descr="Ein Bild, das Grafiken, weiß, Symbol, Design enthält.&#10;&#10;KI-generierte Inhalte können fehlerhaft sein.">
            <a:extLst>
              <a:ext uri="{FF2B5EF4-FFF2-40B4-BE49-F238E27FC236}">
                <a16:creationId xmlns:a16="http://schemas.microsoft.com/office/drawing/2014/main" id="{3B0CAF63-9015-5C71-BA66-AF6564711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043" y="826352"/>
            <a:ext cx="419881" cy="40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09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6174-3274-D7DD-F937-479992E83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219584-F538-155F-8385-DCCD6D40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Kanban Board</a:t>
            </a:r>
            <a:endParaRPr lang="de-AT" dirty="0"/>
          </a:p>
        </p:txBody>
      </p:sp>
      <p:pic>
        <p:nvPicPr>
          <p:cNvPr id="10" name="Grafik 9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AFFBD959-0BAE-F501-89F5-EBAB87911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679" y="1687310"/>
            <a:ext cx="8584642" cy="480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0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Breitbild</PresentationFormat>
  <Paragraphs>7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Employer Recruiting Journey</vt:lpstr>
      <vt:lpstr>Color Palette </vt:lpstr>
      <vt:lpstr>Visitenkarte</vt:lpstr>
      <vt:lpstr>Umsetzungsmedium - Framer</vt:lpstr>
      <vt:lpstr>Kanban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Reiter Lydia - s2410892026</dc:creator>
  <cp:lastModifiedBy>Reiter Lydia - s2410892026</cp:lastModifiedBy>
  <cp:revision>2</cp:revision>
  <dcterms:created xsi:type="dcterms:W3CDTF">2026-01-07T14:42:06Z</dcterms:created>
  <dcterms:modified xsi:type="dcterms:W3CDTF">2026-01-13T11:38:53Z</dcterms:modified>
</cp:coreProperties>
</file>